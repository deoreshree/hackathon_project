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80560" y="640080"/>
            <a:ext cx="3246120" cy="457200"/>
          </a:xfrm>
          <a:prstGeom prst="roundRect">
            <a:avLst/>
          </a:prstGeom>
          <a:solidFill>
            <a:srgbClr val="2E2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80560" y="69494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E4E6"/>
                </a:solidFill>
                <a:latin typeface="Calibri"/>
              </a:rPr>
              <a:t>TEAM · ALGORITHM AVENGERS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Algorithm Avengers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377440"/>
            <a:ext cx="3063240" cy="4572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DD6FE"/>
                </a:solidFill>
                <a:latin typeface="Calibri"/>
              </a:rPr>
              <a:t>Three members. One mission: verify before you believe.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887" y="3429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2E2A5C"/>
          </a:solidFill>
          <a:ln w="15875">
            <a:solidFill>
              <a:srgbClr val="8B7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81047" y="3749039"/>
            <a:ext cx="822960" cy="8229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1047" y="38587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Shree Deore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D3EE"/>
                </a:solidFill>
                <a:latin typeface="Calibri"/>
              </a:rPr>
              <a:t>Core Member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4207" y="3429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2E2A5C"/>
          </a:solidFill>
          <a:ln w="15875">
            <a:solidFill>
              <a:srgbClr val="8B7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4367" y="3749039"/>
            <a:ext cx="822960" cy="82296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4367" y="38587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4207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Vaishnavi Rathi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207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D3EE"/>
                </a:solidFill>
                <a:latin typeface="Calibri"/>
              </a:rPr>
              <a:t>Core Member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527" y="3429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2E2A5C"/>
          </a:solidFill>
          <a:ln w="15875">
            <a:solidFill>
              <a:srgbClr val="8B7E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87687" y="3749039"/>
            <a:ext cx="822960" cy="822960"/>
          </a:xfrm>
          <a:prstGeom prst="ellipse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7687" y="3858768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527" y="4800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Krish Dalvi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7527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D3EE"/>
                </a:solidFill>
                <a:latin typeface="Calibri"/>
              </a:rPr>
              <a:t>Core 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78BFA"/>
                </a:solidFill>
                <a:latin typeface="Calibri"/>
              </a:rPr>
              <a:t>VeriLens  ·  AI-Powered Fake News Detector  · 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