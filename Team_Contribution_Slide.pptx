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16. Team 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4B5563"/>
                </a:solidFill>
                <a:latin typeface="Calibri"/>
              </a:rPr>
              <a:t>Team of 3 — Shree Deore  ·  Krish Dalvi  ·  Vaishnavi Rathi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A5B4FC"/>
                </a:solidFill>
                <a:latin typeface="Calibri"/>
              </a:rPr>
              <a:t>Owned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>
                <a:solidFill>
                  <a:srgbClr val="FFFFFF"/>
                </a:solidFill>
                <a:latin typeface="Calibri"/>
              </a:rPr>
              <a:t>•  Claim verification &amp; fact-checking chatbot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52928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>
                <a:solidFill>
                  <a:srgbClr val="FFFFFF"/>
                </a:solidFill>
                <a:latin typeface="Calibri"/>
              </a:rPr>
              <a:t>•  Retrieval &amp; evidence extraction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19856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>
                <a:solidFill>
                  <a:srgbClr val="FFFFFF"/>
                </a:solidFill>
                <a:latin typeface="Calibri"/>
              </a:rPr>
              <a:t>•  Supporting / contradicting / neutral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986784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>
                <a:solidFill>
                  <a:srgbClr val="FFFFFF"/>
                </a:solidFill>
                <a:latin typeface="Calibri"/>
              </a:rPr>
              <a:t>•  Grounded LLM explanation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553712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>
                <a:solidFill>
                  <a:srgbClr val="FFFFFF"/>
                </a:solidFill>
                <a:latin typeface="Calibri"/>
              </a:rPr>
              <a:t>•  Complete RAG pipeline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120640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>
                <a:solidFill>
                  <a:srgbClr val="FFFFFF"/>
                </a:solidFill>
                <a:latin typeface="Calibri"/>
              </a:rPr>
              <a:t>•  Backend/API, security &amp; automated testing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539496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8288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Calibri"/>
              </a:rPr>
              <a:t>How this fits the 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28600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Calibri"/>
              </a:rPr>
              <a:t>Built as a team of three, we connected the intelligence layer to the final user experience — the chatbot retrieves evidence, reasons over it, and explains the result.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3977639"/>
            <a:ext cx="3291840" cy="45720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4059936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D4ED8"/>
                </a:solidFill>
                <a:latin typeface="Calibri"/>
              </a:rPr>
              <a:t>RAG + EVIDENCE + EXPLANATION +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663440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Calibri"/>
              </a:rPr>
              <a:t>Result: a modular, fully tested pipeline — developed, integrated and presented by the whole team.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Calibri"/>
              </a:rPr>
              <a:t>AI-POWERED FAKE NEWS DETECTOR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35508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Calibri"/>
              </a:rPr>
              <a:t>Hackathon Presentation  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